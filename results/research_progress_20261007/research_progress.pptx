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46560-76A5-4BFD-B5F3-DE277C107C5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612DD-FE09-4F61-89ED-221A4F22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65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Sources: README.md; project structural design and evaluation code. Building illustration is schematic.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612DD-FE09-4F61-89ED-221A4F22B89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557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Sources: src/analysis/surrogate_data.py; surrogate_model.py; evaluator.py; src/optimization/parallel_ga.py; grouped_workflow.py. All diagrams are schematic.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612DD-FE09-4F61-89ED-221A4F22B89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116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Sources: src/structure/section_grouping/discovery.py; application.py; features.py. Grouping illustration is schematic.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612DD-FE09-4F61-89ED-221A4F22B89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828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Sources: benchmark.json; results/surrogate_data/engineering_230k_group_v2_tail/sigma_reduced_v2.json; results/surrogate_data/engineering_200k_group/delta_single_group_v1.json. Independent models; warm single-design timing, not end-to-end GA speedup.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612DD-FE09-4F61-89ED-221A4F22B89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15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Source: docs/section_grouping_optimization.md, section 5. Existing recorded cases, not rerun for this deck. Same topology comparison; mesh size 0.5 m.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612DD-FE09-4F61-89ED-221A4F22B89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955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F3AE0-A61D-771F-C246-2E0FE7986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CD97F3-EF81-4410-2075-155625F10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6140BF-4C76-4608-7469-4C880DF2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201CE0-26F1-F03F-03EF-19E31947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7A845D-0342-5D37-F0B6-33EDC1C6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23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C29B4-076F-DF31-9C9A-9C5A4EF80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2BF536-A19B-2DE2-FFC1-86A36DCD4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BB6D63-F154-516E-6869-781FD1A7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9F6734-CB4A-581D-DA7C-44B07F4A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D3EBA3-0158-99C0-9885-144C7504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187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40622-A248-C6A2-0845-7E8FD323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56C4E2-83E3-62AD-6F0B-1281ADBA2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918C83-62BF-854F-7CBE-A0D1BD89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ABB59-372E-D802-6EE1-735660CE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29BD7C-D7D6-7371-2EA9-D7204DB1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40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33F04-962F-627B-52DA-26A079959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91EF3B-329C-79A1-7689-64FA10174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47B50E-CE35-C120-3895-8A71A96F6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ADE7A5-C2D3-D208-AF3D-F17B342B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E4162B-E132-2506-54DD-A66A54FC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D679B4-1743-8623-4BF3-598C7037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5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E3447-83B0-F412-560B-2B2773D77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D3EBC-7071-26EA-087D-35BED44B4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E1A98D-CBF1-0646-7FBA-DFE40176B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EA7FDD-D54C-8E5E-44C2-FFB1DE324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275BEF-C890-F26F-383D-921C5877B2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03D768-46EB-DFC6-B7DA-9EF3FB4F9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9363023-BEBE-B360-E4F7-5F21284DD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B36CDE-D088-CCC8-232B-19AB0A7D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28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43A1F-9646-B784-E464-25986392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7B28D3-E58A-DDA5-C423-CA10CF00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E27D96-4B81-C666-99D5-8F4F2AEE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E1CAA1-522B-DBC1-FC11-6944B5E5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054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48064F-9858-CE28-4272-0E4374EC9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CB12AF-9492-3E53-6CA6-3C0E4355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3D270E-8CCB-3AD6-872E-C0F55B76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1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72472-886D-2B90-B4B5-E61DE0A9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6EB15B-C705-BA95-0B92-DE997146C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00C59-C545-BC07-1B4B-DB4CA26C6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9E6A5B-A7C7-56EC-5C10-6EC7D977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CD6A4B-CA1D-9F2A-485E-CDD42185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98916E-96D1-7F21-8A94-768FFFA6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98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0C7A8-5C18-8D59-1171-168F0CC6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650976-652F-8467-1C63-0A8461971E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3A8C49-F0E3-91A4-003B-FF4CA7333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35461B-482D-6EE2-203A-F0168D9CF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39CD83-8117-7784-0363-1BE9C9A2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A6F313-E3C1-BBE2-A367-9497111D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54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8AD8B-74DA-34E2-8985-70360CEB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502866-749D-CCB7-E20A-2755F3BA8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221780-012B-5D84-923F-D564DDB0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81E7D5-8AFF-85FB-3FC1-42817EF0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96C81-2489-B8EB-A942-582BB1CF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680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79CE02-8D4B-04AB-EBCF-EC1E4277D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CE30C3-6F00-4FC3-D291-03B4CC307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6B248B-1D39-4B87-C2A3-7917AA187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A1F17A-F6B9-6AC2-47E7-E9ADFA3BF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A0DB6-E46F-A7B0-DE84-171FA7C2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29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FA5B25-26E0-898B-66DE-5A4F1EAB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EC1F3E-7783-4826-8116-DADE172D7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8D9AA9-3E7F-143B-2185-F75B20DB8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2C3EF-0BD7-4B00-8E42-0CE74AA5C1A1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0C18A2-B77E-5297-EEBC-13F849A80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4C65F3-9229-2D3D-28AA-BF2078C66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4C8C3-CACE-4991-AADA-B05B95500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63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C32154-2163-BB88-F49C-639D5D8A4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609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03DF91E-80D8-880B-C149-80E7FA3F2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105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5D68384-593D-1389-3321-3EB8EF17C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7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C285A2-BC57-9237-7915-2D504E211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0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68A350-2C19-0C17-6F3F-9EB66D981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自定义</PresentationFormat>
  <Paragraphs>10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 leng</dc:creator>
  <cp:lastModifiedBy>hao leng</cp:lastModifiedBy>
  <cp:revision>1</cp:revision>
  <dcterms:created xsi:type="dcterms:W3CDTF">2026-10-07T07:54:20Z</dcterms:created>
  <dcterms:modified xsi:type="dcterms:W3CDTF">2026-10-07T07:54:20Z</dcterms:modified>
</cp:coreProperties>
</file>